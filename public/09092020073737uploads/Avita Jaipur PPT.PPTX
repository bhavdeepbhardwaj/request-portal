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65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 dirty="0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6C4FAD5-7661-4047-8C86-6B25BBE14A80}" type="datetimeFigureOut">
              <a:rPr lang="en-US" smtClean="0"/>
              <a:pPr/>
              <a:t>9/8/2020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C9D8A5A-FCB4-40FD-B869-55D73E9713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FF0000"/>
                </a:solidFill>
              </a:rPr>
              <a:t>AVITA</a:t>
            </a:r>
            <a:endParaRPr lang="en-US" sz="6600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Jaipur Store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 Size Mention Views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0-08-31 at 3.49.19 PM.jpe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2514600" y="685800"/>
            <a:ext cx="41148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151163" y="562708"/>
            <a:ext cx="3207434" cy="5655212"/>
          </a:xfrm>
          <a:custGeom>
            <a:avLst/>
            <a:gdLst>
              <a:gd name="connsiteX0" fmla="*/ 0 w 3207434"/>
              <a:gd name="connsiteY0" fmla="*/ 1899138 h 5655212"/>
              <a:gd name="connsiteX1" fmla="*/ 3207434 w 3207434"/>
              <a:gd name="connsiteY1" fmla="*/ 0 h 5655212"/>
              <a:gd name="connsiteX2" fmla="*/ 1280160 w 3207434"/>
              <a:gd name="connsiteY2" fmla="*/ 3699803 h 5655212"/>
              <a:gd name="connsiteX3" fmla="*/ 1448972 w 3207434"/>
              <a:gd name="connsiteY3" fmla="*/ 5655212 h 5655212"/>
              <a:gd name="connsiteX4" fmla="*/ 196948 w 3207434"/>
              <a:gd name="connsiteY4" fmla="*/ 4923692 h 5655212"/>
              <a:gd name="connsiteX5" fmla="*/ 0 w 3207434"/>
              <a:gd name="connsiteY5" fmla="*/ 1899138 h 565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7434" h="5655212">
                <a:moveTo>
                  <a:pt x="0" y="1899138"/>
                </a:moveTo>
                <a:lnTo>
                  <a:pt x="3207434" y="0"/>
                </a:lnTo>
                <a:lnTo>
                  <a:pt x="1280160" y="3699803"/>
                </a:lnTo>
                <a:lnTo>
                  <a:pt x="1448972" y="5655212"/>
                </a:lnTo>
                <a:lnTo>
                  <a:pt x="196948" y="4923692"/>
                </a:lnTo>
                <a:lnTo>
                  <a:pt x="0" y="1899138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657600" y="1219200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110’’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209800" y="3733800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103’’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0" y="5867400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60.5’’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648200" y="4953000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47’’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105400" y="3048000"/>
            <a:ext cx="914400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75.5’’</a:t>
            </a:r>
            <a:endParaRPr lang="en-US" b="1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0400" y="33528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2971800" y="2743200"/>
            <a:ext cx="990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76600" y="2667000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30’’</a:t>
            </a:r>
            <a:endParaRPr lang="en-US" sz="1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971800" y="3200400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17’’</a:t>
            </a:r>
            <a:endParaRPr lang="en-US" sz="1000" b="1" dirty="0"/>
          </a:p>
        </p:txBody>
      </p:sp>
      <p:sp>
        <p:nvSpPr>
          <p:cNvPr id="24" name="Freeform 23"/>
          <p:cNvSpPr/>
          <p:nvPr/>
        </p:nvSpPr>
        <p:spPr>
          <a:xfrm>
            <a:off x="3473450" y="3267075"/>
            <a:ext cx="171450" cy="168275"/>
          </a:xfrm>
          <a:custGeom>
            <a:avLst/>
            <a:gdLst>
              <a:gd name="connsiteX0" fmla="*/ 0 w 171450"/>
              <a:gd name="connsiteY0" fmla="*/ 38100 h 168275"/>
              <a:gd name="connsiteX1" fmla="*/ 165100 w 171450"/>
              <a:gd name="connsiteY1" fmla="*/ 0 h 168275"/>
              <a:gd name="connsiteX2" fmla="*/ 171450 w 171450"/>
              <a:gd name="connsiteY2" fmla="*/ 142875 h 168275"/>
              <a:gd name="connsiteX3" fmla="*/ 15875 w 171450"/>
              <a:gd name="connsiteY3" fmla="*/ 168275 h 168275"/>
              <a:gd name="connsiteX4" fmla="*/ 0 w 171450"/>
              <a:gd name="connsiteY4" fmla="*/ 38100 h 16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68275">
                <a:moveTo>
                  <a:pt x="0" y="38100"/>
                </a:moveTo>
                <a:lnTo>
                  <a:pt x="165100" y="0"/>
                </a:lnTo>
                <a:lnTo>
                  <a:pt x="171450" y="142875"/>
                </a:lnTo>
                <a:lnTo>
                  <a:pt x="15875" y="168275"/>
                </a:lnTo>
                <a:lnTo>
                  <a:pt x="0" y="38100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3962400" y="3184525"/>
            <a:ext cx="171450" cy="168275"/>
          </a:xfrm>
          <a:custGeom>
            <a:avLst/>
            <a:gdLst>
              <a:gd name="connsiteX0" fmla="*/ 0 w 171450"/>
              <a:gd name="connsiteY0" fmla="*/ 38100 h 168275"/>
              <a:gd name="connsiteX1" fmla="*/ 165100 w 171450"/>
              <a:gd name="connsiteY1" fmla="*/ 0 h 168275"/>
              <a:gd name="connsiteX2" fmla="*/ 171450 w 171450"/>
              <a:gd name="connsiteY2" fmla="*/ 142875 h 168275"/>
              <a:gd name="connsiteX3" fmla="*/ 15875 w 171450"/>
              <a:gd name="connsiteY3" fmla="*/ 168275 h 168275"/>
              <a:gd name="connsiteX4" fmla="*/ 0 w 171450"/>
              <a:gd name="connsiteY4" fmla="*/ 38100 h 16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68275">
                <a:moveTo>
                  <a:pt x="0" y="38100"/>
                </a:moveTo>
                <a:lnTo>
                  <a:pt x="165100" y="0"/>
                </a:lnTo>
                <a:lnTo>
                  <a:pt x="171450" y="142875"/>
                </a:lnTo>
                <a:lnTo>
                  <a:pt x="15875" y="168275"/>
                </a:lnTo>
                <a:lnTo>
                  <a:pt x="0" y="38100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4648200" y="3108325"/>
            <a:ext cx="171450" cy="168275"/>
          </a:xfrm>
          <a:custGeom>
            <a:avLst/>
            <a:gdLst>
              <a:gd name="connsiteX0" fmla="*/ 0 w 171450"/>
              <a:gd name="connsiteY0" fmla="*/ 38100 h 168275"/>
              <a:gd name="connsiteX1" fmla="*/ 165100 w 171450"/>
              <a:gd name="connsiteY1" fmla="*/ 0 h 168275"/>
              <a:gd name="connsiteX2" fmla="*/ 171450 w 171450"/>
              <a:gd name="connsiteY2" fmla="*/ 142875 h 168275"/>
              <a:gd name="connsiteX3" fmla="*/ 15875 w 171450"/>
              <a:gd name="connsiteY3" fmla="*/ 168275 h 168275"/>
              <a:gd name="connsiteX4" fmla="*/ 0 w 171450"/>
              <a:gd name="connsiteY4" fmla="*/ 38100 h 168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450" h="168275">
                <a:moveTo>
                  <a:pt x="0" y="38100"/>
                </a:moveTo>
                <a:lnTo>
                  <a:pt x="165100" y="0"/>
                </a:lnTo>
                <a:lnTo>
                  <a:pt x="171450" y="142875"/>
                </a:lnTo>
                <a:lnTo>
                  <a:pt x="15875" y="168275"/>
                </a:lnTo>
                <a:lnTo>
                  <a:pt x="0" y="38100"/>
                </a:lnTo>
                <a:close/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 rot="16200000" flipH="1">
            <a:off x="3505200" y="2514601"/>
            <a:ext cx="990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810000" y="2438401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30’’</a:t>
            </a:r>
            <a:endParaRPr lang="en-US" sz="1000" b="1" dirty="0"/>
          </a:p>
        </p:txBody>
      </p:sp>
      <p:cxnSp>
        <p:nvCxnSpPr>
          <p:cNvPr id="30" name="Straight Arrow Connector 29"/>
          <p:cNvCxnSpPr/>
          <p:nvPr/>
        </p:nvCxnSpPr>
        <p:spPr>
          <a:xfrm rot="16200000" flipH="1">
            <a:off x="4191000" y="2286002"/>
            <a:ext cx="9906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495800" y="2209802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31’’</a:t>
            </a:r>
            <a:endParaRPr lang="en-US" sz="1000" b="1" dirty="0"/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3200400" y="3487579"/>
            <a:ext cx="762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352800" y="3487579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42’’</a:t>
            </a:r>
            <a:endParaRPr lang="en-US" sz="1000" b="1" dirty="0"/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3200400" y="3276601"/>
            <a:ext cx="1447800" cy="2285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14800" y="3276600"/>
            <a:ext cx="381000" cy="2462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70’’</a:t>
            </a:r>
            <a:endParaRPr lang="en-US" sz="10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3276600" y="29718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FF0000"/>
                </a:solidFill>
              </a:rPr>
              <a:t>Switch</a:t>
            </a:r>
          </a:p>
          <a:p>
            <a:pPr algn="ctr"/>
            <a:r>
              <a:rPr lang="en-US" sz="900" b="1" dirty="0">
                <a:solidFill>
                  <a:srgbClr val="FF0000"/>
                </a:solidFill>
              </a:rPr>
              <a:t>9</a:t>
            </a:r>
            <a:r>
              <a:rPr lang="en-US" sz="900" b="1" dirty="0" smtClean="0">
                <a:solidFill>
                  <a:srgbClr val="FF0000"/>
                </a:solidFill>
              </a:rPr>
              <a:t>’’x4’’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810000" y="28956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FF0000"/>
                </a:solidFill>
              </a:rPr>
              <a:t>Switch</a:t>
            </a:r>
          </a:p>
          <a:p>
            <a:pPr algn="ctr"/>
            <a:r>
              <a:rPr lang="en-US" sz="900" b="1" dirty="0">
                <a:solidFill>
                  <a:srgbClr val="FF0000"/>
                </a:solidFill>
              </a:rPr>
              <a:t>9</a:t>
            </a:r>
            <a:r>
              <a:rPr lang="en-US" sz="900" b="1" dirty="0" smtClean="0">
                <a:solidFill>
                  <a:srgbClr val="FF0000"/>
                </a:solidFill>
              </a:rPr>
              <a:t>’’x4’’</a:t>
            </a:r>
            <a:endParaRPr lang="en-US" sz="900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43400" y="28194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>
                <a:solidFill>
                  <a:srgbClr val="FF0000"/>
                </a:solidFill>
              </a:rPr>
              <a:t>Switch</a:t>
            </a:r>
          </a:p>
          <a:p>
            <a:pPr algn="ctr"/>
            <a:r>
              <a:rPr lang="en-US" sz="900" b="1" dirty="0" smtClean="0">
                <a:solidFill>
                  <a:srgbClr val="FF0000"/>
                </a:solidFill>
              </a:rPr>
              <a:t>5’’x4’’</a:t>
            </a:r>
            <a:endParaRPr lang="en-US" sz="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14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Bird Eye View Left Side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638"/>
            <a:ext cx="9144000" cy="54403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Bird Eye View Right Side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752"/>
            <a:ext cx="9144000" cy="5661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       Top View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760"/>
            <a:ext cx="9144000" cy="558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8159"/>
            <a:ext cx="8229600" cy="904871"/>
          </a:xfrm>
        </p:spPr>
        <p:txBody>
          <a:bodyPr/>
          <a:lstStyle/>
          <a:p>
            <a:r>
              <a:rPr lang="en-US" dirty="0" smtClean="0"/>
              <a:t>                Front View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7" y="836712"/>
            <a:ext cx="9144000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9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235</TotalTime>
  <Words>62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Lucida Sans Unicode</vt:lpstr>
      <vt:lpstr>Verdana</vt:lpstr>
      <vt:lpstr>Wingdings 2</vt:lpstr>
      <vt:lpstr>Wingdings 3</vt:lpstr>
      <vt:lpstr>Concourse</vt:lpstr>
      <vt:lpstr>AVITA</vt:lpstr>
      <vt:lpstr>PowerPoint Presentation</vt:lpstr>
      <vt:lpstr>PowerPoint Presentation</vt:lpstr>
      <vt:lpstr>PowerPoint Presentation</vt:lpstr>
      <vt:lpstr>       Bird Eye View Left Side</vt:lpstr>
      <vt:lpstr>     Bird Eye View Right Side </vt:lpstr>
      <vt:lpstr>                    Top View</vt:lpstr>
      <vt:lpstr>                Front View</vt:lpstr>
    </vt:vector>
  </TitlesOfParts>
  <Company>Deftones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AVITA</dc:title>
  <dc:creator>r</dc:creator>
  <cp:lastModifiedBy>AbhishekLamba</cp:lastModifiedBy>
  <cp:revision>21</cp:revision>
  <dcterms:created xsi:type="dcterms:W3CDTF">2020-01-09T22:50:21Z</dcterms:created>
  <dcterms:modified xsi:type="dcterms:W3CDTF">2020-09-08T07:41:39Z</dcterms:modified>
</cp:coreProperties>
</file>